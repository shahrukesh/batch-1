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72" r:id="rId10"/>
    <p:sldId id="273" r:id="rId11"/>
    <p:sldId id="274" r:id="rId12"/>
    <p:sldId id="276" r:id="rId13"/>
    <p:sldId id="275" r:id="rId14"/>
    <p:sldId id="277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C3CB5-2D7E-4220-A81C-C6354D453B3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9A6AE-90FB-455E-A655-FA0FEB247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75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9A6AE-90FB-455E-A655-FA0FEB2476D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858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3690F-B555-A3F5-3817-1AE09E4AB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B2ED84-8C45-CEA5-282E-28295168E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DC463-27A7-E3BE-912E-CC076AD25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9396-8C88-4B2A-AB82-54A3505A3DA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401CF-ABEC-5545-C344-2823AAE63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CB2D0-1D5D-30B5-0499-050788831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E5CD-2970-4582-80E3-C00B1536C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05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31FF-6614-7A2C-1757-069CFB8DC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647D8-BFEF-7AD4-5428-B4F9A321D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C3307-F4D9-6097-0932-F7EA83E94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9396-8C88-4B2A-AB82-54A3505A3DA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8438C-35CB-A248-B2EE-D73B57257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03EB5-9B8D-F82B-02DD-87BF6727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E5CD-2970-4582-80E3-C00B1536C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81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9248-2DB8-8C43-12A1-2F3EDDD30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A8C3F-8AC1-7316-3603-D32E8991E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C5114-2C46-DBB1-4DF2-41ADE88B3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9396-8C88-4B2A-AB82-54A3505A3DA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508C9-22F2-866D-30EC-4FEC853AC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FB4CB-2368-66BB-E5D1-9A497C5D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E5CD-2970-4582-80E3-C00B1536C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018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9F60-419D-EB32-702B-F3F566D1F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4B785-85A5-6B5A-6C9B-C8A56EABF5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C3230-C923-ADFE-BACA-8C19CC733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82115-F715-49B6-C6C3-C7AD86A1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9396-8C88-4B2A-AB82-54A3505A3DA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34A3B-807A-F59B-A33E-F3870D81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A75AB-20C4-0B68-BF23-905D5786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E5CD-2970-4582-80E3-C00B1536C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705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0B55-2588-3EC7-BF03-E100A5018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17AF2-E26C-C5D1-4AF6-933FB348D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7F0DD-2826-0EE6-77B8-49A6B59F3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985526-C2BA-81CF-F2BD-9B27F04E8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92EFB0-4895-79A7-1AAE-9F6FF4826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51711-00B0-F668-01E3-77ABEEDF2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9396-8C88-4B2A-AB82-54A3505A3DA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61810-B998-2660-8B93-7611A5116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4B149-EA69-0EFD-D575-E0162B914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E5CD-2970-4582-80E3-C00B1536C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05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5B431-A8F0-928E-46AA-6C329CADE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44D882-5D1F-2B6F-91D6-8E7A31D0E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9396-8C88-4B2A-AB82-54A3505A3DA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220600-DD3D-0131-79C6-E59AB4D2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D5937-BB2A-D980-B58C-B63C4C92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E5CD-2970-4582-80E3-C00B1536C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31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AE36FD-0F21-071E-3C9A-71A1CC820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9396-8C88-4B2A-AB82-54A3505A3DA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C7AF8A-2DFC-1509-0A2D-32750344D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5ECA2-74D0-53ED-68CF-51B790CDB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E5CD-2970-4582-80E3-C00B1536C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41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1771D-D106-45E2-A2A6-776017078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273A6-D6C9-91C1-551C-A77A09696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11691-176D-FF84-0C6C-435FE0A28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63B24-168D-5BC4-EE69-8A4764AA4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9396-8C88-4B2A-AB82-54A3505A3DA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24AC2-C273-6BB2-E422-0FF3D06EE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8605E-105B-8A8C-CE82-2A4E3C7C4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E5CD-2970-4582-80E3-C00B1536C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842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D64B-97F2-8A53-A52B-EB1A018CE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73F615-0FC7-9E73-3B38-40D87A473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5D1AB-9023-2826-9630-6D3ED9557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F3FCE-10EC-ED66-1B40-D2169096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9396-8C88-4B2A-AB82-54A3505A3DA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DB439-97C8-D2CE-478A-8F4FCB303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1AAB4-CCF6-EACC-CA77-D4AD71BB7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E5CD-2970-4582-80E3-C00B1536C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91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8A264-3012-4B50-B85F-4D93370F5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E9593-8D2E-FC99-1AE0-F7F55B56E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6A1F4-6F5B-2417-8368-A08D5CDBD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9396-8C88-4B2A-AB82-54A3505A3DA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52577-8B86-EF15-B616-2675BBB79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C1DCF-2176-EA76-992A-D7D9BCCBF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E5CD-2970-4582-80E3-C00B1536C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893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3EBEA5-C85C-353A-210A-7E1401B6F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B606A-8F4C-3370-C0C6-E087AD71D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576CA-6D77-9A7D-529D-356C358A5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9396-8C88-4B2A-AB82-54A3505A3DA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2CAEA-C330-E9E3-8DD9-D26F77314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F4FA7-FC03-1641-CD80-B8AC1EE3B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E5CD-2970-4582-80E3-C00B1536C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824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6C6EDE-3823-D5EC-8906-41092D6C0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2CF72-D7E8-DBC1-4EA9-FB0ED8B46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43284-C217-DB4B-5CFD-BF753C00B9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049396-8C88-4B2A-AB82-54A3505A3DA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37D91-8459-9297-591B-EA0069E0A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5977A-31CD-58ED-4F00-8B274CA5C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BDE5CD-2970-4582-80E3-C00B1536C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40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house&#10;&#10;AI-generated content may be incorrect.">
            <a:extLst>
              <a:ext uri="{FF2B5EF4-FFF2-40B4-BE49-F238E27FC236}">
                <a16:creationId xmlns:a16="http://schemas.microsoft.com/office/drawing/2014/main" id="{6DB5A3B9-DD2E-8AA0-3583-C60D24BEB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18" t="10808" r="13880" b="84659"/>
          <a:stretch>
            <a:fillRect/>
          </a:stretch>
        </p:blipFill>
        <p:spPr>
          <a:xfrm>
            <a:off x="2715420" y="121955"/>
            <a:ext cx="6425879" cy="1127830"/>
          </a:xfrm>
          <a:prstGeom prst="rect">
            <a:avLst/>
          </a:prstGeom>
        </p:spPr>
      </p:pic>
      <p:pic>
        <p:nvPicPr>
          <p:cNvPr id="6" name="Picture 5" descr="A close-up of a house&#10;&#10;AI-generated content may be incorrect.">
            <a:extLst>
              <a:ext uri="{FF2B5EF4-FFF2-40B4-BE49-F238E27FC236}">
                <a16:creationId xmlns:a16="http://schemas.microsoft.com/office/drawing/2014/main" id="{11B620A2-46C5-82D7-93E8-C79678FA2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F685AD-F38D-55A7-77A3-93ADA20B254F}"/>
              </a:ext>
            </a:extLst>
          </p:cNvPr>
          <p:cNvSpPr txBox="1"/>
          <p:nvPr/>
        </p:nvSpPr>
        <p:spPr>
          <a:xfrm>
            <a:off x="1920240" y="2067560"/>
            <a:ext cx="83515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Portal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20CBA-87EE-6C42-3245-281FA78EAC87}"/>
              </a:ext>
            </a:extLst>
          </p:cNvPr>
          <p:cNvSpPr txBox="1"/>
          <p:nvPr/>
        </p:nvSpPr>
        <p:spPr>
          <a:xfrm>
            <a:off x="2755740" y="4500993"/>
            <a:ext cx="638555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SRINIVAS S (2303811710421157)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SHAHRUKESH DM (2303811710421140)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SACHIN KUMAR A (2303811710421132)</a:t>
            </a:r>
          </a:p>
          <a:p>
            <a:pPr algn="ctr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726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F786C-98B6-F124-859C-C4C75BE34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house&#10;&#10;AI-generated content may be incorrect.">
            <a:extLst>
              <a:ext uri="{FF2B5EF4-FFF2-40B4-BE49-F238E27FC236}">
                <a16:creationId xmlns:a16="http://schemas.microsoft.com/office/drawing/2014/main" id="{F6B9424B-A89A-7B34-9AFE-405255D47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E229E6-0979-584B-AC86-7161775DB8ED}"/>
              </a:ext>
            </a:extLst>
          </p:cNvPr>
          <p:cNvSpPr txBox="1"/>
          <p:nvPr/>
        </p:nvSpPr>
        <p:spPr>
          <a:xfrm>
            <a:off x="728818" y="1325950"/>
            <a:ext cx="10500361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“Job Portal System”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simplify the process of applying, reviewing, and managing job applications online.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register, create profiles, and apply for available job openings, while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post new jobs, review applications, and shortlist suitable candidates.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 (Python Framework)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Database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this system ensures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management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tracking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applicants and job posts.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0AF9EB-5017-CE84-D889-E46029DB2EB9}"/>
              </a:ext>
            </a:extLst>
          </p:cNvPr>
          <p:cNvSpPr txBox="1"/>
          <p:nvPr/>
        </p:nvSpPr>
        <p:spPr>
          <a:xfrm>
            <a:off x="2712720" y="198120"/>
            <a:ext cx="6096000" cy="82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1346408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736D5-225F-2930-6CEE-25AF9429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house&#10;&#10;AI-generated content may be incorrect.">
            <a:extLst>
              <a:ext uri="{FF2B5EF4-FFF2-40B4-BE49-F238E27FC236}">
                <a16:creationId xmlns:a16="http://schemas.microsoft.com/office/drawing/2014/main" id="{B3FF4466-1117-9B52-6087-2DD1157F8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pic>
        <p:nvPicPr>
          <p:cNvPr id="3" name="Picture 2" descr="A close-up of a house&#10;&#10;AI-generated content may be incorrect.">
            <a:extLst>
              <a:ext uri="{FF2B5EF4-FFF2-40B4-BE49-F238E27FC236}">
                <a16:creationId xmlns:a16="http://schemas.microsoft.com/office/drawing/2014/main" id="{BDCCED0B-5A35-8A6D-3012-39EA7BF35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638A34-9E1B-D207-4423-AD919DCCAFB4}"/>
              </a:ext>
            </a:extLst>
          </p:cNvPr>
          <p:cNvSpPr txBox="1"/>
          <p:nvPr/>
        </p:nvSpPr>
        <p:spPr>
          <a:xfrm>
            <a:off x="728818" y="1325950"/>
            <a:ext cx="10500361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modern era, managing job applications manually is time-consuming and prone to errors. Companies often receive hundreds of applications, making it difficult to track and manage candidates effectively.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Application Management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platform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automates this process. It allows job seekers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easily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recruiters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applications quickly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skills and qualifications.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Analysis and Design (OOAD)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principles, using UML diagrams such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case, class, and sequence diagrams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a clear and scalable architecture.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F18CE-4665-9CFD-CDAA-0ACEA0DE2616}"/>
              </a:ext>
            </a:extLst>
          </p:cNvPr>
          <p:cNvSpPr txBox="1"/>
          <p:nvPr/>
        </p:nvSpPr>
        <p:spPr>
          <a:xfrm>
            <a:off x="2712720" y="198120"/>
            <a:ext cx="6096000" cy="839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225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37467-6433-17BD-562F-DFD470D85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house&#10;&#10;AI-generated content may be incorrect.">
            <a:extLst>
              <a:ext uri="{FF2B5EF4-FFF2-40B4-BE49-F238E27FC236}">
                <a16:creationId xmlns:a16="http://schemas.microsoft.com/office/drawing/2014/main" id="{4A9B5802-445A-2373-9716-DAFDC5F90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pic>
        <p:nvPicPr>
          <p:cNvPr id="3" name="Picture 2" descr="A close-up of a house&#10;&#10;AI-generated content may be incorrect.">
            <a:extLst>
              <a:ext uri="{FF2B5EF4-FFF2-40B4-BE49-F238E27FC236}">
                <a16:creationId xmlns:a16="http://schemas.microsoft.com/office/drawing/2014/main" id="{C6362C96-AF76-5D79-1AAC-9DB336365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615E96-7A25-45BD-8514-58B787AC2A6F}"/>
              </a:ext>
            </a:extLst>
          </p:cNvPr>
          <p:cNvSpPr txBox="1"/>
          <p:nvPr/>
        </p:nvSpPr>
        <p:spPr>
          <a:xfrm>
            <a:off x="728818" y="1325950"/>
            <a:ext cx="10500361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recruitment systems are either paper-based or rely on multiple third-party job portals that lack customization.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tracking leads to issues like data loss, redundancy, and difficulty in communication between applicants and recruiters.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also lack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 tracking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filtering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users.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recruiters spend more time managing applications rather than focusing on candidate evaluation.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8DAA00-9EA1-579E-6976-1412F4C9CF3F}"/>
              </a:ext>
            </a:extLst>
          </p:cNvPr>
          <p:cNvSpPr txBox="1"/>
          <p:nvPr/>
        </p:nvSpPr>
        <p:spPr>
          <a:xfrm>
            <a:off x="2712720" y="198120"/>
            <a:ext cx="6096000" cy="839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228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BF498-92E4-86A4-9B3C-20E9D0604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house&#10;&#10;AI-generated content may be incorrect.">
            <a:extLst>
              <a:ext uri="{FF2B5EF4-FFF2-40B4-BE49-F238E27FC236}">
                <a16:creationId xmlns:a16="http://schemas.microsoft.com/office/drawing/2014/main" id="{110C9910-B217-0EBE-9CFF-4DD4EC837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pic>
        <p:nvPicPr>
          <p:cNvPr id="3" name="Picture 2" descr="A close-up of a house&#10;&#10;AI-generated content may be incorrect.">
            <a:extLst>
              <a:ext uri="{FF2B5EF4-FFF2-40B4-BE49-F238E27FC236}">
                <a16:creationId xmlns:a16="http://schemas.microsoft.com/office/drawing/2014/main" id="{09C1E206-535C-9D45-6764-2A8426EA5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60D550-0C39-9D91-CDAD-B3CA45344270}"/>
              </a:ext>
            </a:extLst>
          </p:cNvPr>
          <p:cNvSpPr txBox="1"/>
          <p:nvPr/>
        </p:nvSpPr>
        <p:spPr>
          <a:xfrm>
            <a:off x="728818" y="1325950"/>
            <a:ext cx="10500361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Post, edit, and delete job listings.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and shortlist applicants.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Applicants can 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manage profiles.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for available jobs and track application status.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secure authentication, real-time updates, and automated notifications via email or dashboard alerts.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Django, it ensures a robust backend, modular architecture, and easy scalability for future enhancements.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9173F-644C-CFC7-3DBE-BFB6CF6C10D0}"/>
              </a:ext>
            </a:extLst>
          </p:cNvPr>
          <p:cNvSpPr txBox="1"/>
          <p:nvPr/>
        </p:nvSpPr>
        <p:spPr>
          <a:xfrm>
            <a:off x="2712720" y="198120"/>
            <a:ext cx="6096000" cy="839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762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CB679-2FA2-4ED6-7154-11B2A64A0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house&#10;&#10;AI-generated content may be incorrect.">
            <a:extLst>
              <a:ext uri="{FF2B5EF4-FFF2-40B4-BE49-F238E27FC236}">
                <a16:creationId xmlns:a16="http://schemas.microsoft.com/office/drawing/2014/main" id="{0DFC158A-E62F-C2ED-B82F-CC31524D2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pic>
        <p:nvPicPr>
          <p:cNvPr id="3" name="Picture 2" descr="A close-up of a house&#10;&#10;AI-generated content may be incorrect.">
            <a:extLst>
              <a:ext uri="{FF2B5EF4-FFF2-40B4-BE49-F238E27FC236}">
                <a16:creationId xmlns:a16="http://schemas.microsoft.com/office/drawing/2014/main" id="{313D7543-F642-18B7-46FC-69712EB3C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82F50B-9F7D-22E1-02A3-610F2419EC37}"/>
              </a:ext>
            </a:extLst>
          </p:cNvPr>
          <p:cNvSpPr txBox="1"/>
          <p:nvPr/>
        </p:nvSpPr>
        <p:spPr>
          <a:xfrm>
            <a:off x="728818" y="1037196"/>
            <a:ext cx="10500361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MODULE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registration, login, and profiles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applicants and recruiters.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JOB POSTING MODULE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recruiters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edit, or delete job listings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job details such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title, description, skills, and salary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APPLICATION MANAGEMENT MODULE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applicants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for jobs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status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Recruiters can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and update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candidate progress (shortlisted, rejected, hired).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DD0DF8-C96C-72F3-4140-EFD1E3AE7D55}"/>
              </a:ext>
            </a:extLst>
          </p:cNvPr>
          <p:cNvSpPr txBox="1"/>
          <p:nvPr/>
        </p:nvSpPr>
        <p:spPr>
          <a:xfrm>
            <a:off x="2712720" y="198120"/>
            <a:ext cx="6096000" cy="839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795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84F3B-32A2-47E5-BB0A-0AD758A12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house&#10;&#10;AI-generated content may be incorrect.">
            <a:extLst>
              <a:ext uri="{FF2B5EF4-FFF2-40B4-BE49-F238E27FC236}">
                <a16:creationId xmlns:a16="http://schemas.microsoft.com/office/drawing/2014/main" id="{7FF7FD66-C77A-49A3-1E5F-EBEA0FD6A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pic>
        <p:nvPicPr>
          <p:cNvPr id="3" name="Picture 2" descr="A close-up of a house&#10;&#10;AI-generated content may be incorrect.">
            <a:extLst>
              <a:ext uri="{FF2B5EF4-FFF2-40B4-BE49-F238E27FC236}">
                <a16:creationId xmlns:a16="http://schemas.microsoft.com/office/drawing/2014/main" id="{0AB173DB-4326-182D-CDF4-65DBBF8C0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999811-99BE-CA5B-9B77-2499261641BA}"/>
              </a:ext>
            </a:extLst>
          </p:cNvPr>
          <p:cNvSpPr txBox="1"/>
          <p:nvPr/>
        </p:nvSpPr>
        <p:spPr>
          <a:xfrm>
            <a:off x="728818" y="1325950"/>
            <a:ext cx="10500361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NOTIFICATION &amp; ALERT MODULE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application updates and job changes.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and dashboard notifications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DATABASE MODULE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user, job, and application 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securely.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retrieval, reports, and analytics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AF824-F35B-30B4-75E4-1ABF849462D1}"/>
              </a:ext>
            </a:extLst>
          </p:cNvPr>
          <p:cNvSpPr txBox="1"/>
          <p:nvPr/>
        </p:nvSpPr>
        <p:spPr>
          <a:xfrm>
            <a:off x="2712720" y="198120"/>
            <a:ext cx="6096000" cy="839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969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63284-06D8-E742-1A1A-3FC71E668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house&#10;&#10;AI-generated content may be incorrect.">
            <a:extLst>
              <a:ext uri="{FF2B5EF4-FFF2-40B4-BE49-F238E27FC236}">
                <a16:creationId xmlns:a16="http://schemas.microsoft.com/office/drawing/2014/main" id="{51C58B28-7B6A-3C06-A9EC-8C7CF9FEB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pic>
        <p:nvPicPr>
          <p:cNvPr id="3" name="Picture 2" descr="A close-up of a house&#10;&#10;AI-generated content may be incorrect.">
            <a:extLst>
              <a:ext uri="{FF2B5EF4-FFF2-40B4-BE49-F238E27FC236}">
                <a16:creationId xmlns:a16="http://schemas.microsoft.com/office/drawing/2014/main" id="{AA66AD4E-EC9A-AD7C-1905-1771D4385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A4A6AD-304B-F9DB-5A50-ABCC319D01BF}"/>
              </a:ext>
            </a:extLst>
          </p:cNvPr>
          <p:cNvSpPr txBox="1"/>
          <p:nvPr/>
        </p:nvSpPr>
        <p:spPr>
          <a:xfrm>
            <a:off x="-346100" y="609249"/>
            <a:ext cx="60960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diagram of a job portal&#10;&#10;AI-generated content may be incorrect.">
            <a:extLst>
              <a:ext uri="{FF2B5EF4-FFF2-40B4-BE49-F238E27FC236}">
                <a16:creationId xmlns:a16="http://schemas.microsoft.com/office/drawing/2014/main" id="{082185DE-9D2D-FDEA-B98B-4C8C23EF60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9" t="2566" r="6650"/>
          <a:stretch>
            <a:fillRect/>
          </a:stretch>
        </p:blipFill>
        <p:spPr>
          <a:xfrm>
            <a:off x="359854" y="1598747"/>
            <a:ext cx="5018391" cy="42322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A8EFCB-9DC5-32A9-C6B5-86E753A86DA4}"/>
              </a:ext>
            </a:extLst>
          </p:cNvPr>
          <p:cNvSpPr txBox="1"/>
          <p:nvPr/>
        </p:nvSpPr>
        <p:spPr>
          <a:xfrm>
            <a:off x="5749900" y="609249"/>
            <a:ext cx="60960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diagram of a job&#10;&#10;AI-generated content may be incorrect.">
            <a:extLst>
              <a:ext uri="{FF2B5EF4-FFF2-40B4-BE49-F238E27FC236}">
                <a16:creationId xmlns:a16="http://schemas.microsoft.com/office/drawing/2014/main" id="{D5D9FB20-6963-43CF-7D2B-6787DFBB9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273" y="1598747"/>
            <a:ext cx="4017253" cy="444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92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81B4B-4F60-6E7B-A776-0E38840C6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house&#10;&#10;AI-generated content may be incorrect.">
            <a:extLst>
              <a:ext uri="{FF2B5EF4-FFF2-40B4-BE49-F238E27FC236}">
                <a16:creationId xmlns:a16="http://schemas.microsoft.com/office/drawing/2014/main" id="{3F927809-E4F8-FAE5-801C-013C5A74B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pic>
        <p:nvPicPr>
          <p:cNvPr id="3" name="Picture 2" descr="A close-up of a house&#10;&#10;AI-generated content may be incorrect.">
            <a:extLst>
              <a:ext uri="{FF2B5EF4-FFF2-40B4-BE49-F238E27FC236}">
                <a16:creationId xmlns:a16="http://schemas.microsoft.com/office/drawing/2014/main" id="{11452996-135C-2722-AF89-379C7CB66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9105C9-D3F3-F024-BE32-7FE450F51532}"/>
              </a:ext>
            </a:extLst>
          </p:cNvPr>
          <p:cNvSpPr txBox="1"/>
          <p:nvPr/>
        </p:nvSpPr>
        <p:spPr>
          <a:xfrm>
            <a:off x="-346100" y="609249"/>
            <a:ext cx="60960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39D6DF-284D-D979-0160-7AFABEA2A671}"/>
              </a:ext>
            </a:extLst>
          </p:cNvPr>
          <p:cNvSpPr txBox="1"/>
          <p:nvPr/>
        </p:nvSpPr>
        <p:spPr>
          <a:xfrm>
            <a:off x="5749900" y="609249"/>
            <a:ext cx="60960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</p:txBody>
      </p:sp>
      <p:pic>
        <p:nvPicPr>
          <p:cNvPr id="4" name="Picture 3" descr="A diagram of a job seeker&#10;&#10;AI-generated content may be incorrect.">
            <a:extLst>
              <a:ext uri="{FF2B5EF4-FFF2-40B4-BE49-F238E27FC236}">
                <a16:creationId xmlns:a16="http://schemas.microsoft.com/office/drawing/2014/main" id="{D6C81778-1EF5-0BCA-7B79-402F56002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42" y="1389154"/>
            <a:ext cx="4866086" cy="4859597"/>
          </a:xfrm>
          <a:prstGeom prst="rect">
            <a:avLst/>
          </a:prstGeom>
        </p:spPr>
      </p:pic>
      <p:pic>
        <p:nvPicPr>
          <p:cNvPr id="8" name="Picture 7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46892595-6D85-9C3D-8FBB-D2CF05C6F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125" y="1389154"/>
            <a:ext cx="4723799" cy="485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079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9D19E-C85F-0998-559D-FDD661D24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house&#10;&#10;AI-generated content may be incorrect.">
            <a:extLst>
              <a:ext uri="{FF2B5EF4-FFF2-40B4-BE49-F238E27FC236}">
                <a16:creationId xmlns:a16="http://schemas.microsoft.com/office/drawing/2014/main" id="{59D5D31D-C763-BD8C-4916-FD8F748C8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pic>
        <p:nvPicPr>
          <p:cNvPr id="3" name="Picture 2" descr="A close-up of a house&#10;&#10;AI-generated content may be incorrect.">
            <a:extLst>
              <a:ext uri="{FF2B5EF4-FFF2-40B4-BE49-F238E27FC236}">
                <a16:creationId xmlns:a16="http://schemas.microsoft.com/office/drawing/2014/main" id="{AEBF9CD6-FCDB-D72C-E96A-F8830F3A7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BB1ADD-8AF9-58D7-BF49-D9B897975196}"/>
              </a:ext>
            </a:extLst>
          </p:cNvPr>
          <p:cNvSpPr txBox="1"/>
          <p:nvPr/>
        </p:nvSpPr>
        <p:spPr>
          <a:xfrm>
            <a:off x="-346100" y="609249"/>
            <a:ext cx="60960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DIAGRAM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60A30-4059-C363-3714-EF22001A51DA}"/>
              </a:ext>
            </a:extLst>
          </p:cNvPr>
          <p:cNvSpPr txBox="1"/>
          <p:nvPr/>
        </p:nvSpPr>
        <p:spPr>
          <a:xfrm>
            <a:off x="5730236" y="609249"/>
            <a:ext cx="60960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DIAGRAM</a:t>
            </a:r>
          </a:p>
        </p:txBody>
      </p:sp>
      <p:pic>
        <p:nvPicPr>
          <p:cNvPr id="6" name="Picture 5" descr="A diagram of a web browser&#10;&#10;AI-generated content may be incorrect.">
            <a:extLst>
              <a:ext uri="{FF2B5EF4-FFF2-40B4-BE49-F238E27FC236}">
                <a16:creationId xmlns:a16="http://schemas.microsoft.com/office/drawing/2014/main" id="{5E87215A-BCCA-F646-D7AB-BF26BD6B4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04" y="1590513"/>
            <a:ext cx="4865509" cy="4296435"/>
          </a:xfrm>
          <a:prstGeom prst="rect">
            <a:avLst/>
          </a:prstGeom>
        </p:spPr>
      </p:pic>
      <p:pic>
        <p:nvPicPr>
          <p:cNvPr id="9" name="Picture 8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2ED70F9B-0606-BDD3-D982-3F5BA199C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180" y="1600345"/>
            <a:ext cx="5330801" cy="429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073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6EB44-54B4-EA3F-3445-1FFC7C042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house&#10;&#10;AI-generated content may be incorrect.">
            <a:extLst>
              <a:ext uri="{FF2B5EF4-FFF2-40B4-BE49-F238E27FC236}">
                <a16:creationId xmlns:a16="http://schemas.microsoft.com/office/drawing/2014/main" id="{433AB608-042A-0AA1-2AF8-356AEFE01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pic>
        <p:nvPicPr>
          <p:cNvPr id="3" name="Picture 2" descr="A close-up of a house&#10;&#10;AI-generated content may be incorrect.">
            <a:extLst>
              <a:ext uri="{FF2B5EF4-FFF2-40B4-BE49-F238E27FC236}">
                <a16:creationId xmlns:a16="http://schemas.microsoft.com/office/drawing/2014/main" id="{186DBC0F-6D5F-4267-8D99-355351150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DEF3BB-0205-C661-C814-50BDF2D63D67}"/>
              </a:ext>
            </a:extLst>
          </p:cNvPr>
          <p:cNvSpPr txBox="1"/>
          <p:nvPr/>
        </p:nvSpPr>
        <p:spPr>
          <a:xfrm>
            <a:off x="-346100" y="609249"/>
            <a:ext cx="60960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DIAGRAM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D38A09-5468-BB8C-3E1E-45B9F782B6FA}"/>
              </a:ext>
            </a:extLst>
          </p:cNvPr>
          <p:cNvSpPr txBox="1"/>
          <p:nvPr/>
        </p:nvSpPr>
        <p:spPr>
          <a:xfrm>
            <a:off x="5730236" y="609249"/>
            <a:ext cx="60960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DIAGRAM</a:t>
            </a:r>
          </a:p>
        </p:txBody>
      </p:sp>
      <p:pic>
        <p:nvPicPr>
          <p:cNvPr id="4" name="Picture 3" descr="A diagram of a server&#10;&#10;AI-generated content may be incorrect.">
            <a:extLst>
              <a:ext uri="{FF2B5EF4-FFF2-40B4-BE49-F238E27FC236}">
                <a16:creationId xmlns:a16="http://schemas.microsoft.com/office/drawing/2014/main" id="{2AF806D1-D6CC-D82D-5227-D6DFFBC20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606" y="1457510"/>
            <a:ext cx="2210108" cy="4439270"/>
          </a:xfrm>
          <a:prstGeom prst="rect">
            <a:avLst/>
          </a:prstGeom>
        </p:spPr>
      </p:pic>
      <p:pic>
        <p:nvPicPr>
          <p:cNvPr id="8" name="Picture 7" descr="A diagram of a job portal&#10;&#10;AI-generated content may be incorrect.">
            <a:extLst>
              <a:ext uri="{FF2B5EF4-FFF2-40B4-BE49-F238E27FC236}">
                <a16:creationId xmlns:a16="http://schemas.microsoft.com/office/drawing/2014/main" id="{DB044EC3-4927-2DA5-65DF-76243077E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300" y="1457510"/>
            <a:ext cx="5254879" cy="425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208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05FA2-E50A-06B5-0B61-3D704173C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house&#10;&#10;AI-generated content may be incorrect.">
            <a:extLst>
              <a:ext uri="{FF2B5EF4-FFF2-40B4-BE49-F238E27FC236}">
                <a16:creationId xmlns:a16="http://schemas.microsoft.com/office/drawing/2014/main" id="{B5C9D8D8-9675-73CD-221A-7F9A8549A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pic>
        <p:nvPicPr>
          <p:cNvPr id="3" name="Picture 2" descr="A close-up of a house&#10;&#10;AI-generated content may be incorrect.">
            <a:extLst>
              <a:ext uri="{FF2B5EF4-FFF2-40B4-BE49-F238E27FC236}">
                <a16:creationId xmlns:a16="http://schemas.microsoft.com/office/drawing/2014/main" id="{46C77F60-E0D3-89C7-CC87-0DB4C9A4B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315B13-1B4D-E18F-EAAB-058E84BBCDC7}"/>
              </a:ext>
            </a:extLst>
          </p:cNvPr>
          <p:cNvSpPr txBox="1"/>
          <p:nvPr/>
        </p:nvSpPr>
        <p:spPr>
          <a:xfrm>
            <a:off x="2712720" y="198120"/>
            <a:ext cx="6096000" cy="839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omputer keyboard with a sign on it&#10;&#10;AI-generated content may be incorrect.">
            <a:extLst>
              <a:ext uri="{FF2B5EF4-FFF2-40B4-BE49-F238E27FC236}">
                <a16:creationId xmlns:a16="http://schemas.microsoft.com/office/drawing/2014/main" id="{FC126859-2D3C-2217-0673-C5B5D4C58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41" y="1734529"/>
            <a:ext cx="5414432" cy="3934374"/>
          </a:xfrm>
          <a:prstGeom prst="rect">
            <a:avLst/>
          </a:prstGeom>
        </p:spPr>
      </p:pic>
      <p:pic>
        <p:nvPicPr>
          <p:cNvPr id="8" name="Picture 7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797127B2-944D-E1CA-1CA7-4E60CC1A2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2959" y="1701187"/>
            <a:ext cx="6096000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45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83310-1844-6945-D490-A1CBDAFEC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house&#10;&#10;AI-generated content may be incorrect.">
            <a:extLst>
              <a:ext uri="{FF2B5EF4-FFF2-40B4-BE49-F238E27FC236}">
                <a16:creationId xmlns:a16="http://schemas.microsoft.com/office/drawing/2014/main" id="{D9F97710-1971-E80D-06F5-118DFB1D8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pic>
        <p:nvPicPr>
          <p:cNvPr id="3" name="Picture 2" descr="A close-up of a house&#10;&#10;AI-generated content may be incorrect.">
            <a:extLst>
              <a:ext uri="{FF2B5EF4-FFF2-40B4-BE49-F238E27FC236}">
                <a16:creationId xmlns:a16="http://schemas.microsoft.com/office/drawing/2014/main" id="{808AFA0A-81B0-3D61-02B4-4136C780F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52176A-7AF5-FE68-36F8-0AE2E9408D36}"/>
              </a:ext>
            </a:extLst>
          </p:cNvPr>
          <p:cNvSpPr txBox="1"/>
          <p:nvPr/>
        </p:nvSpPr>
        <p:spPr>
          <a:xfrm>
            <a:off x="2712720" y="198120"/>
            <a:ext cx="6096000" cy="839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person sitting at a desk typing on a keyboard&#10;&#10;AI-generated content may be incorrect.">
            <a:extLst>
              <a:ext uri="{FF2B5EF4-FFF2-40B4-BE49-F238E27FC236}">
                <a16:creationId xmlns:a16="http://schemas.microsoft.com/office/drawing/2014/main" id="{FE1FC064-A8B6-2CAF-4FCC-1CDE34CEB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23250"/>
            <a:ext cx="5548789" cy="3924848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CDA6F8-EEB9-1537-A715-2401B6962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69" y="1723250"/>
            <a:ext cx="5548789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89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75FA7-71A4-506B-3D34-17099F81D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house&#10;&#10;AI-generated content may be incorrect.">
            <a:extLst>
              <a:ext uri="{FF2B5EF4-FFF2-40B4-BE49-F238E27FC236}">
                <a16:creationId xmlns:a16="http://schemas.microsoft.com/office/drawing/2014/main" id="{53FE1EFF-797C-3027-40C1-34C8D0546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pic>
        <p:nvPicPr>
          <p:cNvPr id="3" name="Picture 2" descr="A close-up of a house&#10;&#10;AI-generated content may be incorrect.">
            <a:extLst>
              <a:ext uri="{FF2B5EF4-FFF2-40B4-BE49-F238E27FC236}">
                <a16:creationId xmlns:a16="http://schemas.microsoft.com/office/drawing/2014/main" id="{7A3F4999-B1BE-32A3-CD11-6C8D88D43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36DB2C-2225-1CA5-2841-8F00CDF38D83}"/>
              </a:ext>
            </a:extLst>
          </p:cNvPr>
          <p:cNvSpPr txBox="1"/>
          <p:nvPr/>
        </p:nvSpPr>
        <p:spPr>
          <a:xfrm>
            <a:off x="2712720" y="198120"/>
            <a:ext cx="6096000" cy="839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omputer screen shot&#10;&#10;AI-generated content may be incorrect.">
            <a:extLst>
              <a:ext uri="{FF2B5EF4-FFF2-40B4-BE49-F238E27FC236}">
                <a16:creationId xmlns:a16="http://schemas.microsoft.com/office/drawing/2014/main" id="{77E5CBD1-AFF9-85E8-7726-9B5CFBE0D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31" y="1723249"/>
            <a:ext cx="5548789" cy="3924848"/>
          </a:xfrm>
          <a:prstGeom prst="rect">
            <a:avLst/>
          </a:prstGeom>
        </p:spPr>
      </p:pic>
      <p:pic>
        <p:nvPicPr>
          <p:cNvPr id="8" name="Picture 7" descr="A computer screen shot&#10;&#10;AI-generated content may be incorrect.">
            <a:extLst>
              <a:ext uri="{FF2B5EF4-FFF2-40B4-BE49-F238E27FC236}">
                <a16:creationId xmlns:a16="http://schemas.microsoft.com/office/drawing/2014/main" id="{148C3646-8CA2-2E19-E118-66E8FBAC0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99434"/>
            <a:ext cx="5548789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52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30CE3-1346-47EE-8F54-ACDD06538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house&#10;&#10;AI-generated content may be incorrect.">
            <a:extLst>
              <a:ext uri="{FF2B5EF4-FFF2-40B4-BE49-F238E27FC236}">
                <a16:creationId xmlns:a16="http://schemas.microsoft.com/office/drawing/2014/main" id="{31FCD823-1B33-8F02-07D8-B86013E8A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pic>
        <p:nvPicPr>
          <p:cNvPr id="3" name="Picture 2" descr="A close-up of a house&#10;&#10;AI-generated content may be incorrect.">
            <a:extLst>
              <a:ext uri="{FF2B5EF4-FFF2-40B4-BE49-F238E27FC236}">
                <a16:creationId xmlns:a16="http://schemas.microsoft.com/office/drawing/2014/main" id="{DADC0526-5360-14B5-412A-01D3F8933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33" t="10808" r="1807" b="84659"/>
          <a:stretch>
            <a:fillRect/>
          </a:stretch>
        </p:blipFill>
        <p:spPr>
          <a:xfrm>
            <a:off x="10439400" y="198120"/>
            <a:ext cx="1579559" cy="11278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A7861A-23E6-F971-870B-D00933E0A95E}"/>
              </a:ext>
            </a:extLst>
          </p:cNvPr>
          <p:cNvSpPr txBox="1"/>
          <p:nvPr/>
        </p:nvSpPr>
        <p:spPr>
          <a:xfrm>
            <a:off x="728818" y="1325950"/>
            <a:ext cx="10500361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Application Management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simplifies and digitizes the entire recruitment process. It ensures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efficiency, accuracy, and transparency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recruiters and applicants.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offers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secure platform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end-to-end hiring operations.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resume screening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support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enhance user experience and streamline recruitment.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73B886-E6F8-6FEC-6079-3607E548CAB9}"/>
              </a:ext>
            </a:extLst>
          </p:cNvPr>
          <p:cNvSpPr txBox="1"/>
          <p:nvPr/>
        </p:nvSpPr>
        <p:spPr>
          <a:xfrm>
            <a:off x="2712720" y="198120"/>
            <a:ext cx="6096000" cy="839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444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564</Words>
  <Application>Microsoft Office PowerPoint</Application>
  <PresentationFormat>Widescreen</PresentationFormat>
  <Paragraphs>58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Shahrukesh DM</dc:creator>
  <cp:lastModifiedBy>Shahrukesh DM</cp:lastModifiedBy>
  <cp:revision>5</cp:revision>
  <dcterms:created xsi:type="dcterms:W3CDTF">2025-11-11T05:53:43Z</dcterms:created>
  <dcterms:modified xsi:type="dcterms:W3CDTF">2025-12-11T04:18:00Z</dcterms:modified>
</cp:coreProperties>
</file>