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3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27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B5834-BBBE-40D3-951C-2A3CD4EAF87C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D5B72-084A-4755-859C-E538D3CE1D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203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12CA-96EB-49D5-B29A-67D860E784F1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9EA0-954E-412B-A9D3-C4141978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339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12CA-96EB-49D5-B29A-67D860E784F1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9EA0-954E-412B-A9D3-C4141978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472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12CA-96EB-49D5-B29A-67D860E784F1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9EA0-954E-412B-A9D3-C4141978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904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12CA-96EB-49D5-B29A-67D860E784F1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9EA0-954E-412B-A9D3-C4141978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40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12CA-96EB-49D5-B29A-67D860E784F1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9EA0-954E-412B-A9D3-C4141978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75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12CA-96EB-49D5-B29A-67D860E784F1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9EA0-954E-412B-A9D3-C4141978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39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12CA-96EB-49D5-B29A-67D860E784F1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9EA0-954E-412B-A9D3-C4141978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04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12CA-96EB-49D5-B29A-67D860E784F1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9EA0-954E-412B-A9D3-C4141978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49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12CA-96EB-49D5-B29A-67D860E784F1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9EA0-954E-412B-A9D3-C4141978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870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12CA-96EB-49D5-B29A-67D860E784F1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9EA0-954E-412B-A9D3-C4141978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52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12CA-96EB-49D5-B29A-67D860E784F1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B9EA0-954E-412B-A9D3-C4141978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142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012CA-96EB-49D5-B29A-67D860E784F1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4B9EA0-954E-412B-A9D3-C4141978B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70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40942" y="510816"/>
            <a:ext cx="98742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b="1" spc="-10" dirty="0">
                <a:latin typeface="Times New Roman"/>
                <a:cs typeface="Times New Roman"/>
              </a:rPr>
              <a:t>A</a:t>
            </a:r>
            <a:r>
              <a:rPr sz="1400" b="1" spc="-15" dirty="0">
                <a:latin typeface="Times New Roman"/>
                <a:cs typeface="Times New Roman"/>
              </a:rPr>
              <a:t>BST</a:t>
            </a:r>
            <a:r>
              <a:rPr sz="1400" b="1" spc="-20" dirty="0">
                <a:latin typeface="Times New Roman"/>
                <a:cs typeface="Times New Roman"/>
              </a:rPr>
              <a:t>R</a:t>
            </a:r>
            <a:r>
              <a:rPr sz="1400" b="1" spc="-10" dirty="0">
                <a:latin typeface="Times New Roman"/>
                <a:cs typeface="Times New Roman"/>
              </a:rPr>
              <a:t>AC</a:t>
            </a:r>
            <a:r>
              <a:rPr sz="1400" b="1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914400"/>
            <a:ext cx="5791200" cy="6768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2760"/>
              </a:lnSpc>
            </a:pPr>
            <a:r>
              <a:rPr lang="en-IN" sz="1200" spc="-1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Jo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5" dirty="0">
                <a:latin typeface="Times New Roman"/>
                <a:cs typeface="Times New Roman"/>
              </a:rPr>
              <a:t>ort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15" dirty="0">
                <a:latin typeface="Times New Roman"/>
                <a:cs typeface="Times New Roman"/>
              </a:rPr>
              <a:t>y</a:t>
            </a:r>
            <a:r>
              <a:rPr sz="1200" spc="-10" dirty="0">
                <a:latin typeface="Times New Roman"/>
                <a:cs typeface="Times New Roman"/>
              </a:rPr>
              <a:t>stem </a:t>
            </a:r>
            <a:r>
              <a:rPr sz="1200" spc="-5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innovative,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ture</a:t>
            </a:r>
            <a:r>
              <a:rPr sz="1200" spc="5" dirty="0">
                <a:latin typeface="Times New Roman"/>
                <a:cs typeface="Times New Roman"/>
              </a:rPr>
              <a:t>-</a:t>
            </a:r>
            <a:r>
              <a:rPr sz="1200" spc="-5" dirty="0">
                <a:latin typeface="Times New Roman"/>
                <a:cs typeface="Times New Roman"/>
              </a:rPr>
              <a:t>ric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15" dirty="0">
                <a:latin typeface="Times New Roman"/>
                <a:cs typeface="Times New Roman"/>
              </a:rPr>
              <a:t> a</a:t>
            </a:r>
            <a:r>
              <a:rPr sz="1200" spc="-5" dirty="0">
                <a:latin typeface="Times New Roman"/>
                <a:cs typeface="Times New Roman"/>
              </a:rPr>
              <a:t>ppli</a:t>
            </a:r>
            <a:r>
              <a:rPr sz="1200" spc="-15" dirty="0">
                <a:latin typeface="Times New Roman"/>
                <a:cs typeface="Times New Roman"/>
              </a:rPr>
              <a:t>ca</a:t>
            </a:r>
            <a:r>
              <a:rPr sz="1200" spc="-5" dirty="0">
                <a:latin typeface="Times New Roman"/>
                <a:cs typeface="Times New Roman"/>
              </a:rPr>
              <a:t>ti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esigne</a:t>
            </a:r>
            <a:r>
              <a:rPr sz="1200" spc="-10" dirty="0">
                <a:latin typeface="Times New Roman"/>
                <a:cs typeface="Times New Roman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mode</a:t>
            </a:r>
            <a:r>
              <a:rPr sz="1200" spc="-1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nize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stre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mline</a:t>
            </a:r>
            <a:r>
              <a:rPr sz="1200" spc="-5" dirty="0">
                <a:latin typeface="Times New Roman"/>
                <a:cs typeface="Times New Roman"/>
              </a:rPr>
              <a:t> the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job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ching,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ruitm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nt,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v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lopm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nt.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d</a:t>
            </a:r>
            <a:r>
              <a:rPr sz="1200" spc="-5" dirty="0">
                <a:latin typeface="Times New Roman"/>
                <a:cs typeface="Times New Roman"/>
              </a:rPr>
              <a:t>itional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job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plat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orms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of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f</a:t>
            </a:r>
            <a:r>
              <a:rPr sz="1200" spc="-15" dirty="0">
                <a:latin typeface="Times New Roman"/>
                <a:cs typeface="Times New Roman"/>
              </a:rPr>
              <a:t>ac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h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ll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ng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limited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rson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li</a:t>
            </a:r>
            <a:r>
              <a:rPr sz="1200" spc="-15" dirty="0">
                <a:latin typeface="Times New Roman"/>
                <a:cs typeface="Times New Roman"/>
              </a:rPr>
              <a:t>za</a:t>
            </a:r>
            <a:r>
              <a:rPr sz="1200" spc="-5" dirty="0">
                <a:latin typeface="Times New Roman"/>
                <a:cs typeface="Times New Roman"/>
              </a:rPr>
              <a:t>ti</a:t>
            </a:r>
            <a:r>
              <a:rPr sz="1200" dirty="0">
                <a:latin typeface="Times New Roman"/>
                <a:cs typeface="Times New Roman"/>
              </a:rPr>
              <a:t>on,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spc="-5" dirty="0">
                <a:latin typeface="Times New Roman"/>
                <a:cs typeface="Times New Roman"/>
              </a:rPr>
              <a:t>icient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hing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lgorithm</a:t>
            </a:r>
            <a:r>
              <a:rPr sz="1200" spc="-15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umbe</a:t>
            </a:r>
            <a:r>
              <a:rPr sz="1200" spc="-15" dirty="0">
                <a:latin typeface="Times New Roman"/>
                <a:cs typeface="Times New Roman"/>
              </a:rPr>
              <a:t>rsom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ppli</a:t>
            </a:r>
            <a:r>
              <a:rPr sz="1200" spc="-15" dirty="0">
                <a:latin typeface="Times New Roman"/>
                <a:cs typeface="Times New Roman"/>
              </a:rPr>
              <a:t>ca</a:t>
            </a:r>
            <a:r>
              <a:rPr sz="1200" spc="-5" dirty="0">
                <a:latin typeface="Times New Roman"/>
                <a:cs typeface="Times New Roman"/>
              </a:rPr>
              <a:t>ti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10" dirty="0">
                <a:latin typeface="Times New Roman"/>
                <a:cs typeface="Times New Roman"/>
              </a:rPr>
              <a:t>pro</a:t>
            </a:r>
            <a:r>
              <a:rPr sz="1200" spc="-20" dirty="0">
                <a:latin typeface="Times New Roman"/>
                <a:cs typeface="Times New Roman"/>
              </a:rPr>
              <a:t>c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sses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plat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-10" dirty="0">
                <a:latin typeface="Times New Roman"/>
                <a:cs typeface="Times New Roman"/>
              </a:rPr>
              <a:t>rm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im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solve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these</a:t>
            </a:r>
            <a:r>
              <a:rPr sz="1200" dirty="0">
                <a:latin typeface="Times New Roman"/>
                <a:cs typeface="Times New Roman"/>
              </a:rPr>
              <a:t> iss</a:t>
            </a:r>
            <a:r>
              <a:rPr sz="1200" spc="-10" dirty="0">
                <a:latin typeface="Times New Roman"/>
                <a:cs typeface="Times New Roman"/>
              </a:rPr>
              <a:t>u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providing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lligent,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spc="2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-c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ntric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nv</a:t>
            </a:r>
            <a:r>
              <a:rPr sz="1200" dirty="0">
                <a:latin typeface="Times New Roman"/>
                <a:cs typeface="Times New Roman"/>
              </a:rPr>
              <a:t>ir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spc="-10" dirty="0">
                <a:latin typeface="Times New Roman"/>
                <a:cs typeface="Times New Roman"/>
              </a:rPr>
              <a:t>nment</a:t>
            </a:r>
            <a:r>
              <a:rPr lang="en-IN"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that  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support</a:t>
            </a:r>
            <a:r>
              <a:rPr sz="1200" dirty="0">
                <a:latin typeface="Times New Roman"/>
                <a:cs typeface="Times New Roman"/>
              </a:rPr>
              <a:t>s  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ml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s  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job</a:t>
            </a:r>
            <a:r>
              <a:rPr sz="1200" dirty="0">
                <a:latin typeface="Times New Roman"/>
                <a:cs typeface="Times New Roman"/>
              </a:rPr>
              <a:t>  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discov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ry,  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</a:t>
            </a:r>
            <a:r>
              <a:rPr sz="1200" spc="5" dirty="0">
                <a:latin typeface="Times New Roman"/>
                <a:cs typeface="Times New Roman"/>
              </a:rPr>
              <a:t>o</a:t>
            </a:r>
            <a:r>
              <a:rPr sz="1200" spc="-1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li</a:t>
            </a:r>
            <a:r>
              <a:rPr sz="1200" spc="-15" dirty="0">
                <a:latin typeface="Times New Roman"/>
                <a:cs typeface="Times New Roman"/>
              </a:rPr>
              <a:t>ze</a:t>
            </a:r>
            <a:r>
              <a:rPr sz="1200" dirty="0">
                <a:latin typeface="Times New Roman"/>
                <a:cs typeface="Times New Roman"/>
              </a:rPr>
              <a:t>d  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omm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nd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ti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ns,  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 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spc="-5" dirty="0">
                <a:latin typeface="Times New Roman"/>
                <a:cs typeface="Times New Roman"/>
              </a:rPr>
              <a:t>ici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  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pp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-5" dirty="0">
                <a:latin typeface="Times New Roman"/>
                <a:cs typeface="Times New Roman"/>
              </a:rPr>
              <a:t>ic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spc="25" dirty="0">
                <a:latin typeface="Times New Roman"/>
                <a:cs typeface="Times New Roman"/>
              </a:rPr>
              <a:t>t</a:t>
            </a:r>
            <a:r>
              <a:rPr sz="1200" spc="-10" dirty="0">
                <a:latin typeface="Times New Roman"/>
                <a:cs typeface="Times New Roman"/>
              </a:rPr>
              <a:t>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ment.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Built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</a:t>
            </a:r>
            <a:r>
              <a:rPr sz="1200" spc="-1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5" dirty="0">
                <a:latin typeface="Times New Roman"/>
                <a:cs typeface="Times New Roman"/>
              </a:rPr>
              <a:t>ec</a:t>
            </a:r>
            <a:r>
              <a:rPr sz="1200" spc="-10" dirty="0">
                <a:latin typeface="Times New Roman"/>
                <a:cs typeface="Times New Roman"/>
              </a:rPr>
              <a:t>hnologi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0" dirty="0">
                <a:latin typeface="Times New Roman"/>
                <a:cs typeface="Times New Roman"/>
              </a:rPr>
              <a:t>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plat</a:t>
            </a:r>
            <a:r>
              <a:rPr sz="1200" spc="-10" dirty="0">
                <a:latin typeface="Times New Roman"/>
                <a:cs typeface="Times New Roman"/>
              </a:rPr>
              <a:t>form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inco</a:t>
            </a:r>
            <a:r>
              <a:rPr sz="1200" spc="-1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tes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robust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li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n</a:t>
            </a:r>
            <a:r>
              <a:rPr sz="1200" spc="10" dirty="0">
                <a:latin typeface="Times New Roman"/>
                <a:cs typeface="Times New Roman"/>
              </a:rPr>
              <a:t>t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spc="-10" dirty="0">
                <a:latin typeface="Times New Roman"/>
                <a:cs typeface="Times New Roman"/>
              </a:rPr>
              <a:t>side</a:t>
            </a:r>
            <a:r>
              <a:rPr sz="1200" spc="-15" dirty="0">
                <a:latin typeface="Times New Roman"/>
                <a:cs typeface="Times New Roman"/>
              </a:rPr>
              <a:t> a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spc="-20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hi</a:t>
            </a:r>
            <a:r>
              <a:rPr sz="1200" spc="5" dirty="0">
                <a:latin typeface="Times New Roman"/>
                <a:cs typeface="Times New Roman"/>
              </a:rPr>
              <a:t>t</a:t>
            </a:r>
            <a:r>
              <a:rPr sz="1200" spc="-15" dirty="0">
                <a:latin typeface="Times New Roman"/>
                <a:cs typeface="Times New Roman"/>
              </a:rPr>
              <a:t>ec</a:t>
            </a:r>
            <a:r>
              <a:rPr sz="1200" spc="-5" dirty="0">
                <a:latin typeface="Times New Roman"/>
                <a:cs typeface="Times New Roman"/>
              </a:rPr>
              <a:t>ture to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ge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spc="-5" dirty="0">
                <a:latin typeface="Times New Roman"/>
                <a:cs typeface="Times New Roman"/>
              </a:rPr>
              <a:t>il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job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li</a:t>
            </a:r>
            <a:r>
              <a:rPr sz="1200" spc="-10" dirty="0">
                <a:latin typeface="Times New Roman"/>
                <a:cs typeface="Times New Roman"/>
              </a:rPr>
              <a:t>st</a:t>
            </a:r>
            <a:r>
              <a:rPr sz="1200" dirty="0">
                <a:latin typeface="Times New Roman"/>
                <a:cs typeface="Times New Roman"/>
              </a:rPr>
              <a:t>ings,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ppli</a:t>
            </a:r>
            <a:r>
              <a:rPr sz="1200" spc="-15" dirty="0">
                <a:latin typeface="Times New Roman"/>
                <a:cs typeface="Times New Roman"/>
              </a:rPr>
              <a:t>ca</a:t>
            </a:r>
            <a:r>
              <a:rPr sz="1200" spc="-5" dirty="0">
                <a:latin typeface="Times New Roman"/>
                <a:cs typeface="Times New Roman"/>
              </a:rPr>
              <a:t>ti</a:t>
            </a:r>
            <a:r>
              <a:rPr sz="1200" dirty="0">
                <a:latin typeface="Times New Roman"/>
                <a:cs typeface="Times New Roman"/>
              </a:rPr>
              <a:t>ons,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hing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lgorithms.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</a:t>
            </a:r>
            <a:r>
              <a:rPr sz="1200" spc="-20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tion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liti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</a:t>
            </a:r>
            <a:r>
              <a:rPr sz="1200" spc="-20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lude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5" dirty="0">
                <a:latin typeface="Times New Roman"/>
                <a:cs typeface="Times New Roman"/>
              </a:rPr>
              <a:t>-ti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uthentic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ti</a:t>
            </a:r>
            <a:r>
              <a:rPr sz="1200" dirty="0">
                <a:latin typeface="Times New Roman"/>
                <a:cs typeface="Times New Roman"/>
              </a:rPr>
              <a:t>on, 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ll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dirty="0">
                <a:latin typeface="Times New Roman"/>
                <a:cs typeface="Times New Roman"/>
              </a:rPr>
              <a:t> 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job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hing</a:t>
            </a:r>
            <a:r>
              <a:rPr sz="1200" dirty="0">
                <a:latin typeface="Times New Roman"/>
                <a:cs typeface="Times New Roman"/>
              </a:rPr>
              <a:t> 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se</a:t>
            </a:r>
            <a:r>
              <a:rPr sz="1200" dirty="0">
                <a:latin typeface="Times New Roman"/>
                <a:cs typeface="Times New Roman"/>
              </a:rPr>
              <a:t>d 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ski</a:t>
            </a:r>
            <a:r>
              <a:rPr sz="1200" spc="-5" dirty="0">
                <a:latin typeface="Times New Roman"/>
                <a:cs typeface="Times New Roman"/>
              </a:rPr>
              <a:t>ll</a:t>
            </a:r>
            <a:r>
              <a:rPr sz="1200" dirty="0">
                <a:latin typeface="Times New Roman"/>
                <a:cs typeface="Times New Roman"/>
              </a:rPr>
              <a:t>s 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 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pr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f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,  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re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l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spc="-10" dirty="0">
                <a:latin typeface="Times New Roman"/>
                <a:cs typeface="Times New Roman"/>
              </a:rPr>
              <a:t>time</a:t>
            </a:r>
            <a:r>
              <a:rPr sz="1200" spc="-5" dirty="0">
                <a:latin typeface="Times New Roman"/>
                <a:cs typeface="Times New Roman"/>
              </a:rPr>
              <a:t> notifi</a:t>
            </a:r>
            <a:r>
              <a:rPr sz="1200" spc="-20" dirty="0">
                <a:latin typeface="Times New Roman"/>
                <a:cs typeface="Times New Roman"/>
              </a:rPr>
              <a:t>c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ti</a:t>
            </a:r>
            <a:r>
              <a:rPr sz="1200" dirty="0">
                <a:latin typeface="Times New Roman"/>
                <a:cs typeface="Times New Roman"/>
              </a:rPr>
              <a:t>ons,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ompr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h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10" dirty="0">
                <a:latin typeface="Times New Roman"/>
                <a:cs typeface="Times New Roman"/>
              </a:rPr>
              <a:t>sive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ppli</a:t>
            </a:r>
            <a:r>
              <a:rPr sz="1200" spc="-15" dirty="0">
                <a:latin typeface="Times New Roman"/>
                <a:cs typeface="Times New Roman"/>
              </a:rPr>
              <a:t>ca</a:t>
            </a:r>
            <a:r>
              <a:rPr sz="1200" spc="-5" dirty="0">
                <a:latin typeface="Times New Roman"/>
                <a:cs typeface="Times New Roman"/>
              </a:rPr>
              <a:t>ti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tr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kin</a:t>
            </a:r>
            <a:r>
              <a:rPr sz="1200" dirty="0">
                <a:latin typeface="Times New Roman"/>
                <a:cs typeface="Times New Roman"/>
              </a:rPr>
              <a:t>g,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dyn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mic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ng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ment.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m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lev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loc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lStor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ge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wit</a:t>
            </a:r>
            <a:r>
              <a:rPr sz="1200" spc="-10" dirty="0">
                <a:latin typeface="Times New Roman"/>
                <a:cs typeface="Times New Roman"/>
              </a:rPr>
              <a:t>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st</a:t>
            </a:r>
            <a:r>
              <a:rPr sz="1200" spc="10" dirty="0">
                <a:latin typeface="Times New Roman"/>
                <a:cs typeface="Times New Roman"/>
              </a:rPr>
              <a:t>r</a:t>
            </a:r>
            <a:r>
              <a:rPr sz="1200" spc="-10" dirty="0">
                <a:latin typeface="Times New Roman"/>
                <a:cs typeface="Times New Roman"/>
              </a:rPr>
              <a:t>u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tur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J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</a:t>
            </a:r>
            <a:r>
              <a:rPr sz="1200" spc="-10" dirty="0">
                <a:latin typeface="Times New Roman"/>
                <a:cs typeface="Times New Roman"/>
              </a:rPr>
              <a:t>h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nsure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spc="-5" dirty="0">
                <a:latin typeface="Times New Roman"/>
                <a:cs typeface="Times New Roman"/>
              </a:rPr>
              <a:t>ici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</a:t>
            </a:r>
            <a:r>
              <a:rPr sz="1200" spc="-5" dirty="0">
                <a:latin typeface="Times New Roman"/>
                <a:cs typeface="Times New Roman"/>
              </a:rPr>
              <a:t>n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</a:t>
            </a:r>
            <a:r>
              <a:rPr sz="1200" spc="20" dirty="0">
                <a:latin typeface="Times New Roman"/>
                <a:cs typeface="Times New Roman"/>
              </a:rPr>
              <a:t>t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grity.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nh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10" dirty="0">
                <a:latin typeface="Times New Roman"/>
                <a:cs typeface="Times New Roman"/>
              </a:rPr>
              <a:t>u</a:t>
            </a:r>
            <a:r>
              <a:rPr sz="1200" spc="-5" dirty="0">
                <a:latin typeface="Times New Roman"/>
                <a:cs typeface="Times New Roman"/>
              </a:rPr>
              <a:t>rity,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pla</a:t>
            </a:r>
            <a:r>
              <a:rPr sz="1200" dirty="0">
                <a:latin typeface="Times New Roman"/>
                <a:cs typeface="Times New Roman"/>
              </a:rPr>
              <a:t>tfo</a:t>
            </a:r>
            <a:r>
              <a:rPr sz="1200" spc="-10" dirty="0">
                <a:latin typeface="Times New Roman"/>
                <a:cs typeface="Times New Roman"/>
              </a:rPr>
              <a:t>rm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inco</a:t>
            </a:r>
            <a:r>
              <a:rPr sz="1200" spc="-15" dirty="0">
                <a:latin typeface="Times New Roman"/>
                <a:cs typeface="Times New Roman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po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tes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ut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ti</a:t>
            </a:r>
            <a:r>
              <a:rPr sz="1200" spc="-15" dirty="0">
                <a:latin typeface="Times New Roman"/>
                <a:cs typeface="Times New Roman"/>
              </a:rPr>
              <a:t>ca</a:t>
            </a:r>
            <a:r>
              <a:rPr sz="1200" spc="-5" dirty="0">
                <a:latin typeface="Times New Roman"/>
                <a:cs typeface="Times New Roman"/>
              </a:rPr>
              <a:t>ti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rol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-</a:t>
            </a:r>
            <a:r>
              <a:rPr sz="1200" spc="10" dirty="0">
                <a:latin typeface="Times New Roman"/>
                <a:cs typeface="Times New Roman"/>
              </a:rPr>
              <a:t>b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se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-15" dirty="0">
                <a:latin typeface="Times New Roman"/>
                <a:cs typeface="Times New Roman"/>
              </a:rPr>
              <a:t>ce</a:t>
            </a:r>
            <a:r>
              <a:rPr sz="1200" spc="-5" dirty="0">
                <a:latin typeface="Times New Roman"/>
                <a:cs typeface="Times New Roman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ontrol,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nsuring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only</a:t>
            </a:r>
            <a:r>
              <a:rPr lang="en-IN" sz="12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uthori</a:t>
            </a:r>
            <a:r>
              <a:rPr sz="1200" spc="-15" dirty="0">
                <a:latin typeface="Times New Roman"/>
                <a:cs typeface="Times New Roman"/>
              </a:rPr>
              <a:t>ze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rf</a:t>
            </a:r>
            <a:r>
              <a:rPr sz="1200" spc="-10" dirty="0">
                <a:latin typeface="Times New Roman"/>
                <a:cs typeface="Times New Roman"/>
              </a:rPr>
              <a:t>orm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sensi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5" dirty="0">
                <a:latin typeface="Times New Roman"/>
                <a:cs typeface="Times New Roman"/>
              </a:rPr>
              <a:t>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ac</a:t>
            </a:r>
            <a:r>
              <a:rPr sz="1200" spc="-5" dirty="0">
                <a:latin typeface="Times New Roman"/>
                <a:cs typeface="Times New Roman"/>
              </a:rPr>
              <a:t>ti</a:t>
            </a:r>
            <a:r>
              <a:rPr sz="1200" dirty="0">
                <a:latin typeface="Times New Roman"/>
                <a:cs typeface="Times New Roman"/>
              </a:rPr>
              <a:t>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suc</a:t>
            </a:r>
            <a:r>
              <a:rPr sz="1200" dirty="0">
                <a:latin typeface="Times New Roman"/>
                <a:cs typeface="Times New Roman"/>
              </a:rPr>
              <a:t>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posting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jobs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acce</a:t>
            </a:r>
            <a:r>
              <a:rPr sz="1200" spc="10" dirty="0">
                <a:latin typeface="Times New Roman"/>
                <a:cs typeface="Times New Roman"/>
              </a:rPr>
              <a:t>s</a:t>
            </a:r>
            <a:r>
              <a:rPr sz="1200" spc="-10" dirty="0">
                <a:latin typeface="Times New Roman"/>
                <a:cs typeface="Times New Roman"/>
              </a:rPr>
              <a:t>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rson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ta.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fost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ring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dyn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mic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int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15" dirty="0">
                <a:latin typeface="Times New Roman"/>
                <a:cs typeface="Times New Roman"/>
              </a:rPr>
              <a:t>ac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spc="5" dirty="0">
                <a:latin typeface="Times New Roman"/>
                <a:cs typeface="Times New Roman"/>
              </a:rPr>
              <a:t>i</a:t>
            </a:r>
            <a:r>
              <a:rPr sz="1200" spc="-10" dirty="0">
                <a:latin typeface="Times New Roman"/>
                <a:cs typeface="Times New Roman"/>
              </a:rPr>
              <a:t>ve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nvironme</a:t>
            </a:r>
            <a:r>
              <a:rPr sz="1200" spc="-15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t,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the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pla</a:t>
            </a:r>
            <a:r>
              <a:rPr sz="1200" dirty="0">
                <a:latin typeface="Times New Roman"/>
                <a:cs typeface="Times New Roman"/>
              </a:rPr>
              <a:t>tfo</a:t>
            </a:r>
            <a:r>
              <a:rPr sz="1200" spc="-10" dirty="0">
                <a:latin typeface="Times New Roman"/>
                <a:cs typeface="Times New Roman"/>
              </a:rPr>
              <a:t>rm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nh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 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x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ri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n</a:t>
            </a:r>
            <a:r>
              <a:rPr sz="1200" spc="-5" dirty="0">
                <a:latin typeface="Times New Roman"/>
                <a:cs typeface="Times New Roman"/>
              </a:rPr>
              <a:t>c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14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10" dirty="0">
                <a:latin typeface="Times New Roman"/>
                <a:cs typeface="Times New Roman"/>
              </a:rPr>
              <a:t>g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g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ment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while</a:t>
            </a:r>
            <a:r>
              <a:rPr sz="1200" spc="-10" dirty="0">
                <a:latin typeface="Times New Roman"/>
                <a:cs typeface="Times New Roman"/>
              </a:rPr>
              <a:t> providing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li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b</a:t>
            </a:r>
            <a:r>
              <a:rPr sz="1200" dirty="0">
                <a:latin typeface="Times New Roman"/>
                <a:cs typeface="Times New Roman"/>
              </a:rPr>
              <a:t>l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cur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f</a:t>
            </a:r>
            <a:r>
              <a:rPr sz="1200" spc="-5" dirty="0">
                <a:latin typeface="Times New Roman"/>
                <a:cs typeface="Times New Roman"/>
              </a:rPr>
              <a:t>fi</a:t>
            </a:r>
            <a:r>
              <a:rPr sz="1200" spc="-20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ient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solu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0" dirty="0">
                <a:latin typeface="Times New Roman"/>
                <a:cs typeface="Times New Roman"/>
              </a:rPr>
              <a:t>ion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job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</a:t>
            </a:r>
            <a:r>
              <a:rPr sz="1200" spc="5" dirty="0">
                <a:latin typeface="Times New Roman"/>
                <a:cs typeface="Times New Roman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king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15" dirty="0">
                <a:latin typeface="Times New Roman"/>
                <a:cs typeface="Times New Roman"/>
              </a:rPr>
              <a:t>ec</a:t>
            </a:r>
            <a:r>
              <a:rPr sz="1200" spc="-10" dirty="0">
                <a:latin typeface="Times New Roman"/>
                <a:cs typeface="Times New Roman"/>
              </a:rPr>
              <a:t>ruitm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nt.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sys</a:t>
            </a: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x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mplifi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w</a:t>
            </a:r>
            <a:r>
              <a:rPr sz="1200" spc="-10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tec</a:t>
            </a:r>
            <a:r>
              <a:rPr sz="1200" spc="-10" dirty="0">
                <a:latin typeface="Times New Roman"/>
                <a:cs typeface="Times New Roman"/>
              </a:rPr>
              <a:t>hnologi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ca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utili</a:t>
            </a:r>
            <a:r>
              <a:rPr sz="1200" spc="-15" dirty="0">
                <a:latin typeface="Times New Roman"/>
                <a:cs typeface="Times New Roman"/>
              </a:rPr>
              <a:t>ze</a:t>
            </a: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r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te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fl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xible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sc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la</a:t>
            </a:r>
            <a:r>
              <a:rPr sz="1200" spc="20" dirty="0">
                <a:latin typeface="Times New Roman"/>
                <a:cs typeface="Times New Roman"/>
              </a:rPr>
              <a:t>b</a:t>
            </a:r>
            <a:r>
              <a:rPr sz="1200" spc="-5" dirty="0">
                <a:latin typeface="Times New Roman"/>
                <a:cs typeface="Times New Roman"/>
              </a:rPr>
              <a:t>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job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port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l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x</a:t>
            </a:r>
            <a:r>
              <a:rPr sz="1200" spc="10" dirty="0">
                <a:latin typeface="Times New Roman"/>
                <a:cs typeface="Times New Roman"/>
              </a:rPr>
              <a:t>p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5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ien</a:t>
            </a:r>
            <a:r>
              <a:rPr sz="1200" spc="-20" dirty="0">
                <a:latin typeface="Times New Roman"/>
                <a:cs typeface="Times New Roman"/>
              </a:rPr>
              <a:t>c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,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mpow</a:t>
            </a:r>
            <a:r>
              <a:rPr sz="1200" spc="-20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ring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both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j</a:t>
            </a:r>
            <a:r>
              <a:rPr sz="1200" dirty="0">
                <a:latin typeface="Times New Roman"/>
                <a:cs typeface="Times New Roman"/>
              </a:rPr>
              <a:t>ob </a:t>
            </a:r>
            <a:r>
              <a:rPr sz="1200" spc="-5" dirty="0">
                <a:latin typeface="Times New Roman"/>
                <a:cs typeface="Times New Roman"/>
              </a:rPr>
              <a:t>see</a:t>
            </a:r>
            <a:r>
              <a:rPr sz="1200" spc="-10" dirty="0">
                <a:latin typeface="Times New Roman"/>
                <a:cs typeface="Times New Roman"/>
              </a:rPr>
              <a:t>k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 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10" dirty="0">
                <a:latin typeface="Times New Roman"/>
                <a:cs typeface="Times New Roman"/>
              </a:rPr>
              <a:t>mploy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rs</a:t>
            </a:r>
            <a:r>
              <a:rPr sz="1200" spc="-5" dirty="0">
                <a:latin typeface="Times New Roman"/>
                <a:cs typeface="Times New Roman"/>
              </a:rPr>
              <a:t> to </a:t>
            </a:r>
            <a:r>
              <a:rPr sz="1200" spc="-15" dirty="0">
                <a:latin typeface="Times New Roman"/>
                <a:cs typeface="Times New Roman"/>
              </a:rPr>
              <a:t>c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-10" dirty="0">
                <a:latin typeface="Times New Roman"/>
                <a:cs typeface="Times New Roman"/>
              </a:rPr>
              <a:t>nn</a:t>
            </a:r>
            <a:r>
              <a:rPr sz="1200" spc="-15" dirty="0">
                <a:latin typeface="Times New Roman"/>
                <a:cs typeface="Times New Roman"/>
              </a:rPr>
              <a:t>ec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</a:t>
            </a:r>
            <a:r>
              <a:rPr sz="1200" spc="-15" dirty="0">
                <a:latin typeface="Times New Roman"/>
                <a:cs typeface="Times New Roman"/>
              </a:rPr>
              <a:t>ea</a:t>
            </a:r>
            <a:r>
              <a:rPr sz="1200" spc="-5" dirty="0">
                <a:latin typeface="Times New Roman"/>
                <a:cs typeface="Times New Roman"/>
              </a:rPr>
              <a:t>ningfull</a:t>
            </a:r>
            <a:r>
              <a:rPr sz="1200" dirty="0">
                <a:latin typeface="Times New Roman"/>
                <a:cs typeface="Times New Roman"/>
              </a:rPr>
              <a:t>y </a:t>
            </a:r>
            <a:r>
              <a:rPr sz="1200" spc="-1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f</a:t>
            </a:r>
            <a:r>
              <a:rPr sz="1200" spc="-10" dirty="0">
                <a:latin typeface="Times New Roman"/>
                <a:cs typeface="Times New Roman"/>
              </a:rPr>
              <a:t>f</a:t>
            </a:r>
            <a:r>
              <a:rPr sz="1200" spc="-5" dirty="0">
                <a:latin typeface="Times New Roman"/>
                <a:cs typeface="Times New Roman"/>
              </a:rPr>
              <a:t>ici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ntl</a:t>
            </a:r>
            <a:r>
              <a:rPr sz="1200" dirty="0">
                <a:latin typeface="Times New Roman"/>
                <a:cs typeface="Times New Roman"/>
              </a:rPr>
              <a:t>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245</Words>
  <Application>Microsoft Office PowerPoint</Application>
  <PresentationFormat>A4 Paper (210x297 mm)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Shahrukesh DM</dc:creator>
  <cp:lastModifiedBy>Shahrukesh DM</cp:lastModifiedBy>
  <cp:revision>1</cp:revision>
  <dcterms:created xsi:type="dcterms:W3CDTF">2025-12-11T04:19:04Z</dcterms:created>
  <dcterms:modified xsi:type="dcterms:W3CDTF">2025-12-11T04:19:46Z</dcterms:modified>
</cp:coreProperties>
</file>